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76" r:id="rId9"/>
    <p:sldId id="262" r:id="rId10"/>
    <p:sldId id="273" r:id="rId11"/>
    <p:sldId id="263" r:id="rId12"/>
    <p:sldId id="264" r:id="rId13"/>
    <p:sldId id="265" r:id="rId14"/>
    <p:sldId id="267" r:id="rId15"/>
    <p:sldId id="266" r:id="rId16"/>
    <p:sldId id="268" r:id="rId17"/>
    <p:sldId id="269" r:id="rId18"/>
    <p:sldId id="274" r:id="rId19"/>
    <p:sldId id="275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0DBD4-402B-B0C9-D37D-E11CD94C6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E3B51-12F1-7EF1-EA15-B9B666A100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F69BF-5DA3-4DAA-5D61-0AE98CA80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433A-C890-4B62-A885-22A8C05F1284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96FA4-4CA0-35D7-7A2A-0DA558E84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FFB4F-FB74-02A9-DBA3-F48100C99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8C61-6F56-4201-83F0-39B374B74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78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876D-FA41-31BD-D008-9579A8155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89931-6BA2-93B8-3BED-DC275BE31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11946-354A-72ED-F408-F06AC59DE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433A-C890-4B62-A885-22A8C05F1284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F106D-1D8E-5319-8E11-DBC91426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A8F18-86F3-53AB-4508-51B70CAD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8C61-6F56-4201-83F0-39B374B74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878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D011-9EFD-73BF-9B9C-B9D383A6C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8B43A-36E1-8D6E-220A-BAA7AC6C6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7A3A3-D3B3-7775-6C92-0CD17312A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433A-C890-4B62-A885-22A8C05F1284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CE0F2-3439-2DDE-B9A0-1C45DB5D2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1D7A9-6392-9D3C-C70D-B79A210B8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8C61-6F56-4201-83F0-39B374B74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30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4A9DF-9144-D046-AAE3-B08498202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D51DD-1896-49D4-2802-506BDF57B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5D1C59-36C6-450D-56C9-5ECA88D48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221B47-735F-09F3-334C-C1C475216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433A-C890-4B62-A885-22A8C05F1284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98EAD-2D88-FA26-8DD7-4572CD494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E22BD-0CA5-B0C4-B3FB-A8BFFD945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8C61-6F56-4201-83F0-39B374B74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470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21B06-9B3A-5846-708A-0EA5693A9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19E4D-54DB-84EC-E0E4-8966E6580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00B8C-1571-AC23-AC90-0E81EE2CB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BD1EA3-956A-D899-26CF-E24D81783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00772D-BC40-ACA3-5178-F433A6627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943C77-74AE-AEC9-E070-8B9C4C465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433A-C890-4B62-A885-22A8C05F1284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D9F8D2-D34B-42FF-FC13-DC10A421B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2644F3-88C3-5011-6C93-9FC60B5CB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8C61-6F56-4201-83F0-39B374B74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496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5129F-097D-BAEB-E314-14D8BA52B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6A27B8-6C9B-7EDE-4EA1-B1C04AE11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433A-C890-4B62-A885-22A8C05F1284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C74D4-E4C3-AD97-0961-D7136B447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1FEA0-D103-116C-E70C-0C116C775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8C61-6F56-4201-83F0-39B374B74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401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861EEE-4176-518F-AA33-1C51559C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433A-C890-4B62-A885-22A8C05F1284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42C0C7-054F-6E31-031D-29248EF7F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D3EB8-BE9C-BADB-0AB2-599FACEA2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8C61-6F56-4201-83F0-39B374B74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476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85B5E-E4B7-DFFF-6141-4AACF4F22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7B799-F1CA-B7F8-2048-237468D02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17ED6-C08B-6EC9-5C41-83DBE2615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EB134-5D97-4283-6098-C9DFC5E0E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433A-C890-4B62-A885-22A8C05F1284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AE14A-6077-78DA-1772-741CADB0B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59854-B891-EBD6-5CCC-E0565C9FE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8C61-6F56-4201-83F0-39B374B74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93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43D0C-F21F-87C9-EA85-98EBDE3D9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8A2329-5A34-EA78-344C-B8B625C042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6FAA7-9ADE-E826-24E8-41FD57C02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8BE8B-52FC-AE03-4070-848E1CE57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433A-C890-4B62-A885-22A8C05F1284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3C7C6-7A58-8EAD-7714-B4FF4BF89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DEC24-C28F-56D7-CD93-1BDC487B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8C61-6F56-4201-83F0-39B374B74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472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F96ED-372D-81D0-B2CD-FA55B7F41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5C0B3-D5B8-4EC9-FD7B-3BC1BE3FD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9B5FC-2F3E-DA25-8B95-7217B3336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433A-C890-4B62-A885-22A8C05F1284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C999E-BBA5-1C28-6017-449B7AE8E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E92D4-66B5-8C95-D09C-56E38720C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8C61-6F56-4201-83F0-39B374B74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821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8FF2F8-0DAE-E637-268C-90746C49A5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8B85D-6214-3566-EDB3-521960908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5F419-3C5A-5FD5-51AE-C4A58F9D4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433A-C890-4B62-A885-22A8C05F1284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B9A9-65A1-1E5C-480C-AEA34854A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E2DF0-0293-91AE-E1EB-61955CB78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8C61-6F56-4201-83F0-39B374B74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746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0258B0-5317-9246-DDBA-B72715E59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A2561-4877-36FA-9D63-3AD9758F9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B3C97-AB70-8FD0-0E8B-F676FCF71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E9433A-C890-4B62-A885-22A8C05F1284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B8F50-4B86-51EF-D3AB-55E373F6AA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E43AF-83A7-B611-F795-057505DC3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2A8C61-6F56-4201-83F0-39B374B74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4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1DAF9-3157-6315-863B-B1A54A241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1"/>
            <a:ext cx="9144000" cy="1125992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6123C-0E3D-BAE4-9C3F-2766DAA15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09257"/>
            <a:ext cx="9144000" cy="194854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 AT 3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Geferlin Boffy R (192571080)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CSA0504 DATABASE MANAGEMENT SYSTEMS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914F64D-6EEC-FB2E-D721-5D18710EC7D6}"/>
              </a:ext>
            </a:extLst>
          </p:cNvPr>
          <p:cNvGrpSpPr>
            <a:grpSpLocks noChangeAspect="1"/>
          </p:cNvGrpSpPr>
          <p:nvPr/>
        </p:nvGrpSpPr>
        <p:grpSpPr>
          <a:xfrm>
            <a:off x="642257" y="426805"/>
            <a:ext cx="10646230" cy="757476"/>
            <a:chOff x="-2386222" y="447199"/>
            <a:chExt cx="19418300" cy="2503170"/>
          </a:xfrm>
        </p:grpSpPr>
        <p:sp>
          <p:nvSpPr>
            <p:cNvPr id="6" name="Freeform 19">
              <a:extLst>
                <a:ext uri="{FF2B5EF4-FFF2-40B4-BE49-F238E27FC236}">
                  <a16:creationId xmlns:a16="http://schemas.microsoft.com/office/drawing/2014/main" id="{B49ED621-CC05-0539-1490-8B4D96782CCE}"/>
                </a:ext>
              </a:extLst>
            </p:cNvPr>
            <p:cNvSpPr/>
            <p:nvPr/>
          </p:nvSpPr>
          <p:spPr>
            <a:xfrm>
              <a:off x="-2386222" y="447199"/>
              <a:ext cx="19418300" cy="2503170"/>
            </a:xfrm>
            <a:custGeom>
              <a:avLst/>
              <a:gdLst/>
              <a:ahLst/>
              <a:cxnLst/>
              <a:rect l="l" t="t" r="r" b="b"/>
              <a:pathLst>
                <a:path w="19418300" h="2503170">
                  <a:moveTo>
                    <a:pt x="0" y="0"/>
                  </a:moveTo>
                  <a:lnTo>
                    <a:pt x="19418300" y="0"/>
                  </a:lnTo>
                  <a:lnTo>
                    <a:pt x="19418300" y="2503170"/>
                  </a:lnTo>
                  <a:lnTo>
                    <a:pt x="0" y="2503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1"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11627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9B246-2DC0-B3F7-DDE7-382CD2331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80504"/>
          </a:xfrm>
        </p:spPr>
        <p:txBody>
          <a:bodyPr>
            <a:norm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 Create and present an ER Diagram for an Online Library System, explaining each component clearly.</a:t>
            </a:r>
          </a:p>
        </p:txBody>
      </p:sp>
    </p:spTree>
    <p:extLst>
      <p:ext uri="{BB962C8B-B14F-4D97-AF65-F5344CB8AC3E}">
        <p14:creationId xmlns:p14="http://schemas.microsoft.com/office/powerpoint/2010/main" val="1129778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57A2-083B-4DAC-F393-6CB35506A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ER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46A0B-03D0-02FC-C3F2-19DAA6D83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(Entity Relationship) Diagram is a graphical representation of database structure.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designing an efficient database before implementation.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scenario: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Online Library allows members to search, borrow and return books.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5528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5726B-AA33-31B6-4B21-008B1E02D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n-IN" dirty="0"/>
              <a:t>ER Diagram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2D43A9E-84CE-7412-96B1-78DA357E7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229" y="1230086"/>
            <a:ext cx="8338457" cy="562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268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90623-0928-144E-C1DC-355AE9747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1" y="365126"/>
            <a:ext cx="10646229" cy="105001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0699D-1D5C-7D4F-70FE-CE1D05353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343" y="1534886"/>
            <a:ext cx="10243457" cy="4833257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real-world objects.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Member, Book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entities.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→ Name, Email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→ Title, Author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Uniquely identifies each record.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MemberID ,BookID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entities.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borrows Book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reduces redundancy and improves database organization.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868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AF4A4-8A19-17C8-6A32-8080719E0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Q2. Prepare a presentation on the EER Model demonstrating Generalization and Specialization with a University case study.</a:t>
            </a:r>
          </a:p>
        </p:txBody>
      </p:sp>
    </p:spTree>
    <p:extLst>
      <p:ext uri="{BB962C8B-B14F-4D97-AF65-F5344CB8AC3E}">
        <p14:creationId xmlns:p14="http://schemas.microsoft.com/office/powerpoint/2010/main" val="3716322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27848-9FC5-1B3C-B289-65B480D59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EER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0CA9A-BA9D-A527-8F6A-292EE80A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57" y="1524000"/>
            <a:ext cx="10787743" cy="4652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EER Model?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Enhanced Entity Relationship (EER) Model is an extension of the ER Model.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represent complex database structures.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introduces concepts like generalization, specialization, and inheritance.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Concepts: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Superclass &amp; Subclass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version is concise and fits well on a single presentation slide.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8772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B7869-089D-56A6-6D6E-9CEB3199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and Specialization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CBD64-10D4-30D0-A0E5-3CE26480F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is the process of combining similar lower-level entities into a single higher-level entity called a Superclass.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eliminate duplicate data by storing common attributes only once.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+ Faculty → Person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 is the process of dividing a higher-level entity into smaller, more specific entities called Subclasses.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subclass inherits the common attributes of the superclass and also has its own unique attributes.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→ Student, Faculty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4667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8E9D3-E3EF-B3FC-3701-22203FE7E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and Applications of EER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4ADBB-41EB-0D67-30E3-DBD8C7D67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29" y="1578429"/>
            <a:ext cx="10765971" cy="4724400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EER Model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complex real-world relationships effectively.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data redundancy through inheritance.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database organization and consistency.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database design and maintenance.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the database easier to expand and modify.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 Management System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Hospital Management System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Banking System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 Management System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Database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2024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9D334C-C748-1266-0073-E2842F330714}"/>
              </a:ext>
            </a:extLst>
          </p:cNvPr>
          <p:cNvSpPr txBox="1"/>
          <p:nvPr/>
        </p:nvSpPr>
        <p:spPr>
          <a:xfrm>
            <a:off x="609600" y="2115235"/>
            <a:ext cx="10744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Q3.Present the concept of Data Independence (Logical and Physical) and its significance in DBMS Architecture.</a:t>
            </a:r>
          </a:p>
        </p:txBody>
      </p:sp>
    </p:spTree>
    <p:extLst>
      <p:ext uri="{BB962C8B-B14F-4D97-AF65-F5344CB8AC3E}">
        <p14:creationId xmlns:p14="http://schemas.microsoft.com/office/powerpoint/2010/main" val="285985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6702E-4526-3AAF-69AF-A6C0D4A1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174C8-EA20-1938-0066-2F38C0680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Independence?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Independence is the ability to modify the database structure without affecting application programs.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changes at one level of the database without impacting other levels.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making the database flexible, efficient, and easier to maintain.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data independence: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Data Independence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Data Independence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455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A572D-5652-9DB6-87F9-170D7129C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Data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8F97D-F473-55CC-FCC5-438AE0EEF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Physical Data Independence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changes in the physical storage of the database without affecting the logical structure.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include changing file organization, indexing, or storage devices.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and application programs remain unaffected.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Logical Data Independence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changes in the logical structure of the database without affecting user applications.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include adding new attributes, tables, or modifying relationships.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applications continue to work without modification.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7092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298C7-F994-8F58-46E3-A01FCA061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28D91-8247-9C62-3CD5-355D2369F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maintenance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security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database updates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development cost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flexibility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storage location does not affect users using the database.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6503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1E7FF4-E992-EEA5-EDF3-D9C4FF0243F7}"/>
              </a:ext>
            </a:extLst>
          </p:cNvPr>
          <p:cNvSpPr txBox="1"/>
          <p:nvPr/>
        </p:nvSpPr>
        <p:spPr>
          <a:xfrm>
            <a:off x="936171" y="2151727"/>
            <a:ext cx="1060268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Q4. Deliver a technical presentation on the software components of a DBMS explaining Query Processor, Storage Manager and Transaction Manager.</a:t>
            </a:r>
          </a:p>
        </p:txBody>
      </p:sp>
    </p:spTree>
    <p:extLst>
      <p:ext uri="{BB962C8B-B14F-4D97-AF65-F5344CB8AC3E}">
        <p14:creationId xmlns:p14="http://schemas.microsoft.com/office/powerpoint/2010/main" val="776214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B7E3A-7F08-6883-0FC5-9BA6B2504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DBMS Software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BA8EB-64E2-1D6B-51C6-EF1FDDFFA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DBMS Software Components?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Database Management System (DBMS) consists of software components that manage data efficiently.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components process queries, store data securely, and maintain consistency.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 main components are: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0920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EA976-FCE6-9F17-2057-37F113143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86F32-821E-2ECF-76E1-E9B592638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771"/>
            <a:ext cx="10515600" cy="494710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SQL into execution plan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queries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data efficiently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on disk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files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indexes and buffers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ACID properties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concurrent users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commit and rollback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6851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2007B-9D66-2AD3-F76B-A6387E3DB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DBMS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0CECB-D6D5-6705-EE5D-B41822BC4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29" y="1589314"/>
            <a:ext cx="10689771" cy="4587649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user queries efficiently.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retrieves data securely.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consistency during multiple user access.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backup and recovery operations.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ACID properties for reliable transactions.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student pays fees online: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 processes the SQL query.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 stores the payment details.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 ensures the payment is either completed successfully or rolled back if an error occurs.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064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40233-ED44-6275-9EDA-A466D477C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Q5. Prepare a presentation comparing Strong and Weak Entities in ER Modeling with real-world examples.</a:t>
            </a:r>
          </a:p>
        </p:txBody>
      </p:sp>
    </p:spTree>
    <p:extLst>
      <p:ext uri="{BB962C8B-B14F-4D97-AF65-F5344CB8AC3E}">
        <p14:creationId xmlns:p14="http://schemas.microsoft.com/office/powerpoint/2010/main" val="2601896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2842D-DCA5-031F-17F5-F397AF6CC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Strong and Weak 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BA455-54C6-F0EF-F21C-491FF7150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Strong and Weak Entities?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ER Model, entities represent real-world objects stored in a database.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their dependency, entities are classified as Strong Entities and Weak Entities.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Strong Entity has its own primary key and exists independently.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Weak Entity depends on a strong entity for its identification.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9688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99995-A5BC-C5DF-B7FF-FA78C6BAE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Table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2BEF32F-98DE-2C98-AD26-034A16B374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2081197"/>
              </p:ext>
            </p:extLst>
          </p:nvPr>
        </p:nvGraphicFramePr>
        <p:xfrm>
          <a:off x="838200" y="2024742"/>
          <a:ext cx="10515600" cy="369025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8229235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42667462"/>
                    </a:ext>
                  </a:extLst>
                </a:gridCol>
              </a:tblGrid>
              <a:tr h="6150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                            </a:t>
                      </a: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Weak 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914645"/>
                  </a:ext>
                </a:extLst>
              </a:tr>
              <a:tr h="615043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Independent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047937"/>
                  </a:ext>
                </a:extLst>
              </a:tr>
              <a:tr h="615043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 Primary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Partial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420605"/>
                  </a:ext>
                </a:extLst>
              </a:tr>
              <a:tr h="615043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Rectangle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 Rectangle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756600"/>
                  </a:ext>
                </a:extLst>
              </a:tr>
              <a:tr h="615043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Identifying Relationships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684379"/>
                  </a:ext>
                </a:extLst>
              </a:tr>
              <a:tr h="615043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Example: 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Example: Dependent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37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723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CA75A-3074-E69D-D3DA-A075D67BD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" y="365125"/>
            <a:ext cx="10831286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and Applications of Strong &amp; Weak 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DEE94-DBF0-AA70-A937-46D93A4BA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714" y="1534886"/>
            <a:ext cx="10755086" cy="4642077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data efficiently.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data redundancy.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data integrity.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defines dependent relationships.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Student, Employee, Customer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Entity: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Dependent, Order Item, Nominee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and Weak entities help design a well-structured database by representing independent and dependent objects accurately.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1129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946</Words>
  <Application>Microsoft Office PowerPoint</Application>
  <PresentationFormat>Widescreen</PresentationFormat>
  <Paragraphs>156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Times New Roman</vt:lpstr>
      <vt:lpstr>Office Theme</vt:lpstr>
      <vt:lpstr>TECHNICAL PRESENTATION</vt:lpstr>
      <vt:lpstr>Q1. Create and present an ER Diagram for an Online Library System, explaining each component clearly.</vt:lpstr>
      <vt:lpstr>Introduction to ER Diagram</vt:lpstr>
      <vt:lpstr>ER Diagram</vt:lpstr>
      <vt:lpstr>Explanation</vt:lpstr>
      <vt:lpstr>       Q2. Prepare a presentation on the EER Model demonstrating Generalization and Specialization with a University case study.</vt:lpstr>
      <vt:lpstr>Introduction to EER Model</vt:lpstr>
      <vt:lpstr>Generalization and Specialization</vt:lpstr>
      <vt:lpstr>Benefits and Applications of EER Model</vt:lpstr>
      <vt:lpstr>PowerPoint Presentation</vt:lpstr>
      <vt:lpstr>Data Independence</vt:lpstr>
      <vt:lpstr>Types of Data Independence</vt:lpstr>
      <vt:lpstr>Importance</vt:lpstr>
      <vt:lpstr>PowerPoint Presentation</vt:lpstr>
      <vt:lpstr>Introduction to DBMS Software Components</vt:lpstr>
      <vt:lpstr>Components</vt:lpstr>
      <vt:lpstr>Benefits of DBMS Components</vt:lpstr>
      <vt:lpstr>PowerPoint Presentation</vt:lpstr>
      <vt:lpstr>Introduction to Strong and Weak Entities</vt:lpstr>
      <vt:lpstr>Comparison Table</vt:lpstr>
      <vt:lpstr>Importance and Applications of Strong &amp; Weak Entities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Geferlin Boffy</dc:creator>
  <cp:lastModifiedBy>Geferlin Boffy</cp:lastModifiedBy>
  <cp:revision>1</cp:revision>
  <dcterms:created xsi:type="dcterms:W3CDTF">2026-07-16T16:06:07Z</dcterms:created>
  <dcterms:modified xsi:type="dcterms:W3CDTF">2026-07-16T17:47:36Z</dcterms:modified>
</cp:coreProperties>
</file>